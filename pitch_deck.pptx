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77724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463040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612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DEVTOOLS · SOLANA ·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Slotmap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B7185"/>
                </a:solidFill>
              </a:rPr>
              <a:t>Pin any Solana account layout to a versioned schema and catch breaking changes before mainnet.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54864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7132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Slotmap is a developer toolchain for Solana that lets teams declare versioned account schemas for any Anchor program and automatically diff incoming program binaries against registered layouts before deployment. The CLI 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914400"/>
            <a:ext cx="3291840" cy="20116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097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Get Early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slotmap.dev/early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Founded by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3200400"/>
            <a:ext cx="329184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7185"/>
                </a:solidFill>
              </a:rPr>
              <a:t>Stage: MVP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657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Chain: Solana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Silent data corruption kills Solana protocols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6576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828800"/>
            <a:ext cx="365760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828800"/>
            <a:ext cx="365760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7185"/>
                </a:solidFill>
              </a:rPr>
              <a:t>⚠️  Invisible Breakage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When an upstream program upgrades its account struct, downstream CPIs silently corrupt data or panic at runtime — no warnings, no errors until mainnet.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15383" y="1828800"/>
            <a:ext cx="365760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15383" y="1828800"/>
            <a:ext cx="365760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8264" y="1965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7185"/>
                </a:solidFill>
              </a:rPr>
              <a:t>🔍  No Schema Versioning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8264" y="25146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Solana programs have no native mechanism to publish, version, or advertise account layout changes to dependent protocols.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0727" y="1828800"/>
            <a:ext cx="365760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0727" y="1828800"/>
            <a:ext cx="365760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7" y="1965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7185"/>
                </a:solidFill>
              </a:rPr>
              <a:t>💸  Costly Outages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7" y="25146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Protocols like Kamino or Meteora can be blindsided by a single borsh offset shift in a dependency, causing cascading failures across integrated vaults.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Slotmap: Schema-Aware Deployment Guardrails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00200"/>
            <a:ext cx="274320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7373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43F5E"/>
                </a:solidFill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79" y="2304288"/>
            <a:ext cx="2286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slotmap diff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97180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Fetch live discriminator map via RPC. Compare against local IDL. Emit field-level breaking-change JSON with borsh offsets &amp; type mutations.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1600200"/>
            <a:ext cx="274320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17373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43F5E"/>
                </a:solidFill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2304288"/>
            <a:ext cx="2286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PDA Registry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97180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Publish versioned schemas on-chain. External teams subscribe to upstream layouts. Auto-receive webhook or on-chain event alerts.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1600200"/>
            <a:ext cx="274320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7373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43F5E"/>
                </a:solidFill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216" y="2304288"/>
            <a:ext cx="2286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CI/CD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97180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Anchor build hook blocks deployment if breaking changes are detected against any registered downstream dependent.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07424" y="1600200"/>
            <a:ext cx="274320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4584" y="17373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43F5E"/>
                </a:solidFill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44584" y="2304288"/>
            <a:ext cx="2286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4584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Diff Explorer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297180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Visual UI shows borsh field offsets, byte sizes, and type changes side-by-side across all program versions.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Everything you need to ship safely on Solana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57784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09728" cy="13716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270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7185"/>
                </a:solidFill>
              </a:rPr>
              <a:t>CLI command `slotmap diff` that compares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 compiled Anchor IDL against the live on-chain IDL and emits field-level breaking change reports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557784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109728" cy="13716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270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7185"/>
                </a:solidFill>
              </a:rPr>
              <a:t>On-chain PDA schema registry where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publish versioned account layouts, queryable by any downstream program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90088"/>
            <a:ext cx="557784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990088"/>
            <a:ext cx="109728" cy="13716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998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7185"/>
                </a:solidFill>
              </a:rPr>
              <a:t>Subscriber alert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9300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external teams register their dependency on an upstream program's schema and receive webhook or on-chain event notifications when it changes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990088"/>
            <a:ext cx="557784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990088"/>
            <a:ext cx="109728" cy="13716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0998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7185"/>
                </a:solidFill>
              </a:rPr>
              <a:t>CI/CD pre-deploy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49300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Anchor build hook that blocks deployment if breaking changes are detected against registered downstream dependents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562856"/>
            <a:ext cx="557784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562856"/>
            <a:ext cx="109728" cy="13716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725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7185"/>
                </a:solidFill>
              </a:rPr>
              <a:t>Discriminator map explorer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65776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visual diff UI showing borsh field offsets, sizes, and type changes across program versions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Built on battle-tested Solana primitives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61872"/>
            <a:ext cx="4572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949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7185"/>
                </a:solidFill>
              </a:rPr>
              <a:t>Core Infrastructure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493776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91440" cy="685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Rust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08960"/>
            <a:ext cx="493776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108960"/>
            <a:ext cx="91440" cy="685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Anchor IDL v2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069080"/>
            <a:ext cx="493776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069080"/>
            <a:ext cx="91440" cy="685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borsh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029200"/>
            <a:ext cx="493776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5029200"/>
            <a:ext cx="91440" cy="685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zero-copy account deserialization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53949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600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7185"/>
                </a:solidFill>
              </a:rPr>
              <a:t>CLI &amp; Integration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148840"/>
            <a:ext cx="493776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2148840"/>
            <a:ext cx="91440" cy="685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2860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Solana RPC getProgramAccounts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3108960"/>
            <a:ext cx="493776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20" y="3108960"/>
            <a:ext cx="91440" cy="685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2461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Program Derived Address (PDA) on-chain registry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4069080"/>
            <a:ext cx="493776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46520" y="4069080"/>
            <a:ext cx="91440" cy="685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2062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TypeScript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5029200"/>
            <a:ext cx="493776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46520" y="5029200"/>
            <a:ext cx="91440" cy="685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51663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Node.js CLI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5989320"/>
            <a:ext cx="493776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46520" y="5989320"/>
            <a:ext cx="91440" cy="685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61264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GitHub Actions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6949440"/>
            <a:ext cx="493776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46520" y="6949440"/>
            <a:ext cx="91440" cy="685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70866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Webhook HTTP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From CLI to Protocol-Wide Schema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365760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36576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Q1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Ship a working CLI that diffs local Anchor IDL v2 against live on-chain IDL and outputs field-level breaking change reports.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429000"/>
            <a:ext cx="30175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566160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▸ `slotmap diff` CLI command parsing borsh struct layouts and emitting structured JSON repor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434840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▸ Anchor build hook integration that runs the diff automatically as a pre-deploy step and 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303520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▸ Test suite covering 10 real mainnet programs including Drift, MarginFi, and Phoenix with 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5383" y="1463040"/>
            <a:ext cx="365760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15383" y="1463040"/>
            <a:ext cx="3657600" cy="914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8264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</a:rPr>
              <a:t>Q2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8264" y="201168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3F5E"/>
                </a:solidFill>
              </a:rPr>
              <a:t>IN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23774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Launch the on-chain PDA schema registry on mainnet and enable downstream teams to subscribe to upstream program schema changes.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3429000"/>
            <a:ext cx="30175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98264" y="3566160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▸ On-chain PDA registry program deployed to Solana mainnet allowing teams to publish and 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4434840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▸ Subscriber registration system where external teams declare dependencies on upstream progr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5303520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▸ GitHub Actions workflow template that polls the registry for upstream changes and fails CI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0727" y="1463040"/>
            <a:ext cx="365760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10727" y="1463040"/>
            <a:ext cx="3657600" cy="91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7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</a:rPr>
              <a:t>Q3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7" y="201168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UPCOMING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7" y="23774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Release a web-based discriminator map explorer and grow the registry to 50+ indexed Solana programs with active downstream subscribers.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93607" y="3429000"/>
            <a:ext cx="30175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7" y="3566160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▸ Visual diff UI showing borsh field offsets, byte sizes, and type changes across program 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7" y="4434840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▸ Indexed snapshots of 50+ major Anchor programs including Kamino, Jito, Meteora, and Orca 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7" y="5303520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▸ On-chain event emission from the registry program so downstream programs can read schema 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1097280"/>
            <a:ext cx="6702552" cy="4663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1097280"/>
            <a:ext cx="6702552" cy="10972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13258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🚀  Join the Early Access Program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194560"/>
            <a:ext cx="3959352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3774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Be among the first Solana teams to pin your account schemas,
catch breaking changes before they hit mainnet, and protect your integrations.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3611880"/>
            <a:ext cx="4507992" cy="5943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3639312"/>
            <a:ext cx="4507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slotmap.dev/early-access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389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B7185"/>
                </a:solidFill>
              </a:rPr>
              <a:t>Founded by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937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Slotmap  ·  DevTools  ·  solana  ·  MVP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